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League Spartan" charset="1" panose="00000800000000000000"/>
      <p:regular r:id="rId9"/>
    </p:embeddedFont>
    <p:embeddedFont>
      <p:font typeface="Arimo" charset="1" panose="020B0604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5150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45554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64972" y="-99442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1"/>
                </a:lnTo>
                <a:lnTo>
                  <a:pt x="0" y="6868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380" y="5585646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1" y="0"/>
                </a:lnTo>
                <a:lnTo>
                  <a:pt x="7071311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08190" y="5700398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29943" y="-153329"/>
            <a:ext cx="7071310" cy="6868010"/>
          </a:xfrm>
          <a:custGeom>
            <a:avLst/>
            <a:gdLst/>
            <a:ahLst/>
            <a:cxnLst/>
            <a:rect r="r" b="b" t="t" l="l"/>
            <a:pathLst>
              <a:path h="6868010" w="7071310">
                <a:moveTo>
                  <a:pt x="0" y="0"/>
                </a:moveTo>
                <a:lnTo>
                  <a:pt x="7071310" y="0"/>
                </a:lnTo>
                <a:lnTo>
                  <a:pt x="7071310" y="6868010"/>
                </a:lnTo>
                <a:lnTo>
                  <a:pt x="0" y="6868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48192">
            <a:off x="368978" y="-172546"/>
            <a:ext cx="1319443" cy="2483119"/>
          </a:xfrm>
          <a:custGeom>
            <a:avLst/>
            <a:gdLst/>
            <a:ahLst/>
            <a:cxnLst/>
            <a:rect r="r" b="b" t="t" l="l"/>
            <a:pathLst>
              <a:path h="2483119" w="1319443">
                <a:moveTo>
                  <a:pt x="0" y="0"/>
                </a:moveTo>
                <a:lnTo>
                  <a:pt x="1319444" y="0"/>
                </a:lnTo>
                <a:lnTo>
                  <a:pt x="1319444" y="2483119"/>
                </a:lnTo>
                <a:lnTo>
                  <a:pt x="0" y="2483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4623612">
            <a:off x="15546641" y="7018104"/>
            <a:ext cx="2951197" cy="3606751"/>
          </a:xfrm>
          <a:custGeom>
            <a:avLst/>
            <a:gdLst/>
            <a:ahLst/>
            <a:cxnLst/>
            <a:rect r="r" b="b" t="t" l="l"/>
            <a:pathLst>
              <a:path h="3606751" w="2951197">
                <a:moveTo>
                  <a:pt x="2951197" y="3606751"/>
                </a:moveTo>
                <a:lnTo>
                  <a:pt x="0" y="3606751"/>
                </a:lnTo>
                <a:lnTo>
                  <a:pt x="0" y="0"/>
                </a:lnTo>
                <a:lnTo>
                  <a:pt x="2951197" y="0"/>
                </a:lnTo>
                <a:lnTo>
                  <a:pt x="2951197" y="36067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3243" y="654668"/>
            <a:ext cx="15921515" cy="9183530"/>
          </a:xfrm>
          <a:custGeom>
            <a:avLst/>
            <a:gdLst/>
            <a:ahLst/>
            <a:cxnLst/>
            <a:rect r="r" b="b" t="t" l="l"/>
            <a:pathLst>
              <a:path h="9183530" w="15921515">
                <a:moveTo>
                  <a:pt x="0" y="0"/>
                </a:moveTo>
                <a:lnTo>
                  <a:pt x="15921514" y="0"/>
                </a:lnTo>
                <a:lnTo>
                  <a:pt x="15921514" y="9183530"/>
                </a:lnTo>
                <a:lnTo>
                  <a:pt x="0" y="9183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078623" y="8488653"/>
            <a:ext cx="703795" cy="1995295"/>
          </a:xfrm>
          <a:custGeom>
            <a:avLst/>
            <a:gdLst/>
            <a:ahLst/>
            <a:cxnLst/>
            <a:rect r="r" b="b" t="t" l="l"/>
            <a:pathLst>
              <a:path h="1995295" w="703795">
                <a:moveTo>
                  <a:pt x="0" y="0"/>
                </a:moveTo>
                <a:lnTo>
                  <a:pt x="703795" y="0"/>
                </a:lnTo>
                <a:lnTo>
                  <a:pt x="703795" y="1995294"/>
                </a:lnTo>
                <a:lnTo>
                  <a:pt x="0" y="1995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26567" y="-1684526"/>
            <a:ext cx="6583680" cy="4114800"/>
          </a:xfrm>
          <a:custGeom>
            <a:avLst/>
            <a:gdLst/>
            <a:ahLst/>
            <a:cxnLst/>
            <a:rect r="r" b="b" t="t" l="l"/>
            <a:pathLst>
              <a:path h="4114800" w="6583680">
                <a:moveTo>
                  <a:pt x="0" y="0"/>
                </a:moveTo>
                <a:lnTo>
                  <a:pt x="6583680" y="0"/>
                </a:lnTo>
                <a:lnTo>
                  <a:pt x="6583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78822" y="2430274"/>
            <a:ext cx="1146427" cy="1487111"/>
          </a:xfrm>
          <a:custGeom>
            <a:avLst/>
            <a:gdLst/>
            <a:ahLst/>
            <a:cxnLst/>
            <a:rect r="r" b="b" t="t" l="l"/>
            <a:pathLst>
              <a:path h="1487111" w="1146427">
                <a:moveTo>
                  <a:pt x="0" y="0"/>
                </a:moveTo>
                <a:lnTo>
                  <a:pt x="1146427" y="0"/>
                </a:lnTo>
                <a:lnTo>
                  <a:pt x="1146427" y="1487111"/>
                </a:lnTo>
                <a:lnTo>
                  <a:pt x="0" y="14871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24276" y="3954444"/>
            <a:ext cx="9639449" cy="213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7"/>
              </a:lnSpc>
              <a:spcBef>
                <a:spcPct val="0"/>
              </a:spcBef>
            </a:pPr>
            <a:r>
              <a:rPr lang="en-US" sz="124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TOKO BAJU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7245" y="-273117"/>
            <a:ext cx="19027750" cy="10703110"/>
          </a:xfrm>
          <a:custGeom>
            <a:avLst/>
            <a:gdLst/>
            <a:ahLst/>
            <a:cxnLst/>
            <a:rect r="r" b="b" t="t" l="l"/>
            <a:pathLst>
              <a:path h="10703110" w="19027750">
                <a:moveTo>
                  <a:pt x="0" y="0"/>
                </a:moveTo>
                <a:lnTo>
                  <a:pt x="19027750" y="0"/>
                </a:lnTo>
                <a:lnTo>
                  <a:pt x="19027750" y="10703109"/>
                </a:lnTo>
                <a:lnTo>
                  <a:pt x="0" y="10703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9598" r="0" b="-10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30245"/>
            <a:ext cx="16230600" cy="2313255"/>
            <a:chOff x="0" y="0"/>
            <a:chExt cx="4274726" cy="6092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609252"/>
            </a:xfrm>
            <a:custGeom>
              <a:avLst/>
              <a:gdLst/>
              <a:ahLst/>
              <a:cxnLst/>
              <a:rect r="r" b="b" t="t" l="l"/>
              <a:pathLst>
                <a:path h="609252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561553"/>
                  </a:lnTo>
                  <a:cubicBezTo>
                    <a:pt x="4274726" y="574204"/>
                    <a:pt x="4269700" y="586336"/>
                    <a:pt x="4260755" y="595282"/>
                  </a:cubicBezTo>
                  <a:cubicBezTo>
                    <a:pt x="4251809" y="604227"/>
                    <a:pt x="4239677" y="609252"/>
                    <a:pt x="4227026" y="609252"/>
                  </a:cubicBezTo>
                  <a:lnTo>
                    <a:pt x="47700" y="609252"/>
                  </a:lnTo>
                  <a:cubicBezTo>
                    <a:pt x="35049" y="609252"/>
                    <a:pt x="22916" y="604227"/>
                    <a:pt x="13971" y="595282"/>
                  </a:cubicBezTo>
                  <a:cubicBezTo>
                    <a:pt x="5025" y="586336"/>
                    <a:pt x="0" y="574204"/>
                    <a:pt x="0" y="561553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65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21852" y="0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716125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807907" y="-438134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774220"/>
            <a:ext cx="16230600" cy="2313255"/>
            <a:chOff x="0" y="0"/>
            <a:chExt cx="4274726" cy="6092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609252"/>
            </a:xfrm>
            <a:custGeom>
              <a:avLst/>
              <a:gdLst/>
              <a:ahLst/>
              <a:cxnLst/>
              <a:rect r="r" b="b" t="t" l="l"/>
              <a:pathLst>
                <a:path h="609252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561553"/>
                  </a:lnTo>
                  <a:cubicBezTo>
                    <a:pt x="4274726" y="574204"/>
                    <a:pt x="4269700" y="586336"/>
                    <a:pt x="4260755" y="595282"/>
                  </a:cubicBezTo>
                  <a:cubicBezTo>
                    <a:pt x="4251809" y="604227"/>
                    <a:pt x="4239677" y="609252"/>
                    <a:pt x="4227026" y="609252"/>
                  </a:cubicBezTo>
                  <a:lnTo>
                    <a:pt x="47700" y="609252"/>
                  </a:lnTo>
                  <a:cubicBezTo>
                    <a:pt x="35049" y="609252"/>
                    <a:pt x="22916" y="604227"/>
                    <a:pt x="13971" y="595282"/>
                  </a:cubicBezTo>
                  <a:cubicBezTo>
                    <a:pt x="5025" y="586336"/>
                    <a:pt x="0" y="574204"/>
                    <a:pt x="0" y="561553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74726" cy="656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89600" y="2953093"/>
            <a:ext cx="14774060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40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Latar belakang saya membuat web penjualan baju ini karena perkembangan teknologi yang membuat banyak orang beralih ke belanja online. </a:t>
            </a:r>
            <a:r>
              <a:rPr lang="en-US" sz="40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19474" y="838200"/>
            <a:ext cx="12114312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LATAR BELAKANG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9600" y="5897068"/>
            <a:ext cx="14774060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4000">
                <a:solidFill>
                  <a:srgbClr val="23354B"/>
                </a:solidFill>
                <a:latin typeface="Arimo"/>
                <a:ea typeface="Arimo"/>
                <a:cs typeface="Arimo"/>
                <a:sym typeface="Arimo"/>
              </a:rPr>
              <a:t>Saya memilih baju karena merupakan kebutuhan sehari hari, dan menggunakan warna soft pink karena agar tampilannya lebih menarik dan sesuai dengan  tema fashion.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5400000">
            <a:off x="15155018" y="8347628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1" y="0"/>
                </a:lnTo>
                <a:lnTo>
                  <a:pt x="764961" y="2168706"/>
                </a:lnTo>
                <a:lnTo>
                  <a:pt x="0" y="21687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3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7499" y="408799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7" y="0"/>
                </a:lnTo>
                <a:lnTo>
                  <a:pt x="1487447" y="1929472"/>
                </a:lnTo>
                <a:lnTo>
                  <a:pt x="0" y="1929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7293" y="7753458"/>
            <a:ext cx="1487448" cy="1929472"/>
          </a:xfrm>
          <a:custGeom>
            <a:avLst/>
            <a:gdLst/>
            <a:ahLst/>
            <a:cxnLst/>
            <a:rect r="r" b="b" t="t" l="l"/>
            <a:pathLst>
              <a:path h="1929472" w="1487448">
                <a:moveTo>
                  <a:pt x="0" y="0"/>
                </a:moveTo>
                <a:lnTo>
                  <a:pt x="1487448" y="0"/>
                </a:lnTo>
                <a:lnTo>
                  <a:pt x="1487448" y="1929473"/>
                </a:lnTo>
                <a:lnTo>
                  <a:pt x="0" y="1929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892260" y="845119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0" y="0"/>
                </a:moveTo>
                <a:lnTo>
                  <a:pt x="764962" y="0"/>
                </a:lnTo>
                <a:lnTo>
                  <a:pt x="764962" y="2168707"/>
                </a:lnTo>
                <a:lnTo>
                  <a:pt x="0" y="2168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5155018" y="7251361"/>
            <a:ext cx="764962" cy="2168706"/>
          </a:xfrm>
          <a:custGeom>
            <a:avLst/>
            <a:gdLst/>
            <a:ahLst/>
            <a:cxnLst/>
            <a:rect r="r" b="b" t="t" l="l"/>
            <a:pathLst>
              <a:path h="2168706" w="764962">
                <a:moveTo>
                  <a:pt x="764961" y="2168706"/>
                </a:moveTo>
                <a:lnTo>
                  <a:pt x="0" y="2168706"/>
                </a:lnTo>
                <a:lnTo>
                  <a:pt x="0" y="0"/>
                </a:lnTo>
                <a:lnTo>
                  <a:pt x="764961" y="0"/>
                </a:lnTo>
                <a:lnTo>
                  <a:pt x="764961" y="21687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68611" y="3767021"/>
            <a:ext cx="13950777" cy="2476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9"/>
              </a:lnSpc>
              <a:spcBef>
                <a:spcPct val="0"/>
              </a:spcBef>
            </a:pPr>
            <a:r>
              <a:rPr lang="en-US" sz="14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DAHGzYANJl0</dc:identifier>
  <dcterms:modified xsi:type="dcterms:W3CDTF">2011-08-01T06:04:30Z</dcterms:modified>
  <cp:revision>1</cp:revision>
  <dc:title>Putih Biru Abstrak Seminar Proposal Presentasi</dc:title>
</cp:coreProperties>
</file>